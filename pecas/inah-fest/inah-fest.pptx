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Malha Fogueira" descr="fundo-malha-fogue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Fitas Fogueira" descr="fitas-foguei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Placar barraquinha"/>
          <p:cNvSpPr/>
          <p:nvPr/>
        </p:nvSpPr>
        <p:spPr>
          <a:xfrm>
            <a:off x="685800" y="7810500"/>
            <a:ext cx="4305300" cy="2209800"/>
          </a:xfrm>
          <a:prstGeom prst="roundRect">
            <a:avLst>
              <a:gd name="adj" fmla="val 10344"/>
            </a:avLst>
          </a:prstGeom>
          <a:solidFill>
            <a:srgbClr val="1D2756"/>
          </a:solidFill>
          <a:ln w="38100">
            <a:solidFill>
              <a:srgbClr val="70E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lacar arquibancada"/>
          <p:cNvSpPr/>
          <p:nvPr/>
        </p:nvSpPr>
        <p:spPr>
          <a:xfrm>
            <a:off x="5295900" y="7810500"/>
            <a:ext cx="4305300" cy="2209800"/>
          </a:xfrm>
          <a:prstGeom prst="roundRect">
            <a:avLst>
              <a:gd name="adj" fmla="val 10344"/>
            </a:avLst>
          </a:prstGeom>
          <a:solidFill>
            <a:srgbClr val="1D2756"/>
          </a:solidFill>
          <a:ln w="38100">
            <a:solidFill>
              <a:srgbClr val="70E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tiqueta barraquinha"/>
          <p:cNvSpPr/>
          <p:nvPr/>
        </p:nvSpPr>
        <p:spPr>
          <a:xfrm>
            <a:off x="952500" y="7581900"/>
            <a:ext cx="2857500" cy="476250"/>
          </a:xfrm>
          <a:prstGeom prst="roundRect">
            <a:avLst>
              <a:gd name="adj" fmla="val 24000"/>
            </a:avLst>
          </a:prstGeom>
          <a:solidFill>
            <a:srgbClr val="70E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tiqueta arquibancada"/>
          <p:cNvSpPr/>
          <p:nvPr/>
        </p:nvSpPr>
        <p:spPr>
          <a:xfrm>
            <a:off x="5562600" y="7581900"/>
            <a:ext cx="3143250" cy="476250"/>
          </a:xfrm>
          <a:prstGeom prst="roundRect">
            <a:avLst>
              <a:gd name="adj" fmla="val 24000"/>
            </a:avLst>
          </a:prstGeom>
          <a:solidFill>
            <a:srgbClr val="70E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gresso"/>
          <p:cNvSpPr/>
          <p:nvPr/>
        </p:nvSpPr>
        <p:spPr>
          <a:xfrm>
            <a:off x="685800" y="10191750"/>
            <a:ext cx="8915400" cy="1409700"/>
          </a:xfrm>
          <a:prstGeom prst="roundRect">
            <a:avLst>
              <a:gd name="adj" fmla="val 16216"/>
            </a:avLst>
          </a:prstGeom>
          <a:solidFill>
            <a:srgbClr val="0E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Picote"/>
          <p:cNvCxnSpPr/>
          <p:nvPr/>
        </p:nvCxnSpPr>
        <p:spPr>
          <a:xfrm>
            <a:off x="6610350" y="10344150"/>
            <a:ext cx="0" cy="1104900"/>
          </a:xfrm>
          <a:prstGeom prst="line">
            <a:avLst/>
          </a:prstGeom>
          <a:ln w="38100">
            <a:solidFill>
              <a:srgbClr val="FFD4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rjeta"/>
          <p:cNvSpPr/>
          <p:nvPr/>
        </p:nvSpPr>
        <p:spPr>
          <a:xfrm>
            <a:off x="3400425" y="11915775"/>
            <a:ext cx="3486150" cy="1638300"/>
          </a:xfrm>
          <a:prstGeom prst="roundRect">
            <a:avLst>
              <a:gd name="adj" fmla="val 191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Flor de lis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-1219200"/>
            <a:ext cx="5334000" cy="5334000"/>
          </a:xfrm>
          <a:prstGeom prst="rect">
            <a:avLst/>
          </a:prstGeom>
        </p:spPr>
      </p:pic>
      <p:pic>
        <p:nvPicPr>
          <p:cNvPr id="12" name="Ícone calendário" descr="calenda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10344150"/>
            <a:ext cx="723900" cy="723900"/>
          </a:xfrm>
          <a:prstGeom prst="rect">
            <a:avLst/>
          </a:prstGeom>
        </p:spPr>
      </p:pic>
      <p:pic>
        <p:nvPicPr>
          <p:cNvPr id="13" name="Ícone sede" descr="se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10344150"/>
            <a:ext cx="723900" cy="723900"/>
          </a:xfrm>
          <a:prstGeom prst="rect">
            <a:avLst/>
          </a:prstGeom>
        </p:spPr>
      </p:pic>
      <p:pic>
        <p:nvPicPr>
          <p:cNvPr id="14" name="Marca horizontal positiva" descr="horizontal-positiv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0" y="12230100"/>
            <a:ext cx="2857500" cy="628650"/>
          </a:xfrm>
          <a:prstGeom prst="rect">
            <a:avLst/>
          </a:prstGeom>
        </p:spPr>
      </p:pic>
      <p:sp>
        <p:nvSpPr>
          <p:cNvPr id="15" name="O INAH CONVIDA"/>
          <p:cNvSpPr txBox="1"/>
          <p:nvPr/>
        </p:nvSpPr>
        <p:spPr>
          <a:xfrm>
            <a:off x="685800" y="838200"/>
            <a:ext cx="49530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spc="240">
                <a:solidFill>
                  <a:srgbClr val="70EF8E"/>
                </a:solidFill>
                <a:latin typeface="Barlow Condensed ExtraBold"/>
                <a:ea typeface="Barlow Condensed ExtraBold"/>
                <a:cs typeface="Barlow Condensed ExtraBold"/>
              </a:rPr>
              <a:t>O INAH CONVIDA</a:t>
            </a:r>
          </a:p>
        </p:txBody>
      </p:sp>
      <p:sp>
        <p:nvSpPr>
          <p:cNvPr id="16" name="Inah"/>
          <p:cNvSpPr txBox="1"/>
          <p:nvPr/>
        </p:nvSpPr>
        <p:spPr>
          <a:xfrm>
            <a:off x="628650" y="1200150"/>
            <a:ext cx="5715000" cy="4600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4000"/>
              </a:lnSpc>
            </a:pPr>
            <a:r>
              <a:rPr sz="14700" b="1">
                <a:solidFill>
                  <a:srgbClr val="FFD447"/>
                </a:solidFill>
                <a:latin typeface="Baloo 2 ExtraBold"/>
                <a:ea typeface="Baloo 2 ExtraBold"/>
                <a:cs typeface="Baloo 2 ExtraBold"/>
              </a:rPr>
              <a:t>Inah</a:t>
            </a:r>
          </a:p>
          <a:p>
            <a:pPr algn="l">
              <a:lnSpc>
                <a:spcPct val="84000"/>
              </a:lnSpc>
            </a:pPr>
            <a:r>
              <a:rPr sz="14700" b="1">
                <a:solidFill>
                  <a:srgbClr val="FFD447"/>
                </a:solidFill>
                <a:latin typeface="Baloo 2 ExtraBold"/>
                <a:ea typeface="Baloo 2 ExtraBold"/>
                <a:cs typeface="Baloo 2 ExtraBold"/>
              </a:rPr>
              <a:t>Fest!</a:t>
            </a:r>
          </a:p>
        </p:txBody>
      </p:sp>
      <p:sp>
        <p:nvSpPr>
          <p:cNvPr id="17" name="LANCHE DE PORTA DE ESTÁDIO"/>
          <p:cNvSpPr txBox="1"/>
          <p:nvPr/>
        </p:nvSpPr>
        <p:spPr>
          <a:xfrm rot="21306000">
            <a:off x="0" y="5433193"/>
            <a:ext cx="10287000" cy="581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spc="150">
                <a:solidFill>
                  <a:srgbClr val="0E1433"/>
                </a:solidFill>
                <a:latin typeface="Ubuntu"/>
                <a:ea typeface="Ubuntu"/>
                <a:cs typeface="Ubuntu"/>
              </a:rPr>
              <a:t>LANCHE DE PORTA DE ESTÁDIO</a:t>
            </a:r>
          </a:p>
        </p:txBody>
      </p:sp>
      <p:sp>
        <p:nvSpPr>
          <p:cNvPr id="18" name="NA BARRAQUINHA"/>
          <p:cNvSpPr txBox="1"/>
          <p:nvPr/>
        </p:nvSpPr>
        <p:spPr>
          <a:xfrm>
            <a:off x="952500" y="7648575"/>
            <a:ext cx="285750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spc="153">
                <a:solidFill>
                  <a:srgbClr val="1D2756"/>
                </a:solidFill>
                <a:latin typeface="Barlow Condensed ExtraBold"/>
                <a:ea typeface="Barlow Condensed ExtraBold"/>
                <a:cs typeface="Barlow Condensed ExtraBold"/>
              </a:rPr>
              <a:t>NA BARRAQUINHA</a:t>
            </a:r>
          </a:p>
        </p:txBody>
      </p:sp>
      <p:sp>
        <p:nvSpPr>
          <p:cNvPr id="19" name="NA ARQUIBANCADA"/>
          <p:cNvSpPr txBox="1"/>
          <p:nvPr/>
        </p:nvSpPr>
        <p:spPr>
          <a:xfrm>
            <a:off x="5562600" y="7648575"/>
            <a:ext cx="314325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spc="153">
                <a:solidFill>
                  <a:srgbClr val="1D2756"/>
                </a:solidFill>
                <a:latin typeface="Barlow Condensed ExtraBold"/>
                <a:ea typeface="Barlow Condensed ExtraBold"/>
                <a:cs typeface="Barlow Condensed ExtraBold"/>
              </a:rPr>
              <a:t>NA ARQUIBANCADA</a:t>
            </a:r>
          </a:p>
        </p:txBody>
      </p:sp>
      <p:sp>
        <p:nvSpPr>
          <p:cNvPr id="20" name="Cachorro-quente"/>
          <p:cNvSpPr txBox="1"/>
          <p:nvPr/>
        </p:nvSpPr>
        <p:spPr>
          <a:xfrm>
            <a:off x="990600" y="8305800"/>
            <a:ext cx="3810000" cy="1314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Cachorro-quente</a:t>
            </a:r>
          </a:p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Espetinho</a:t>
            </a:r>
          </a:p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Bolos e muito mais!</a:t>
            </a:r>
          </a:p>
        </p:txBody>
      </p:sp>
      <p:sp>
        <p:nvSpPr>
          <p:cNvPr id="21" name="Karaokê"/>
          <p:cNvSpPr txBox="1"/>
          <p:nvPr/>
        </p:nvSpPr>
        <p:spPr>
          <a:xfrm>
            <a:off x="5600700" y="8305800"/>
            <a:ext cx="3810000" cy="1314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Karaokê</a:t>
            </a:r>
          </a:p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Bingo</a:t>
            </a:r>
          </a:p>
          <a:p>
            <a:pPr algn="l">
              <a:lnSpc>
                <a:spcPct val="130000"/>
              </a:lnSpc>
            </a:pPr>
            <a:r>
              <a:rPr sz="27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Brincadeiras pra família</a:t>
            </a:r>
          </a:p>
        </p:txBody>
      </p:sp>
      <p:sp>
        <p:nvSpPr>
          <p:cNvPr id="22" name="SÁBADO · [DD/MM]"/>
          <p:cNvSpPr txBox="1"/>
          <p:nvPr/>
        </p:nvSpPr>
        <p:spPr>
          <a:xfrm>
            <a:off x="1866900" y="10363200"/>
            <a:ext cx="4572000" cy="771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spc="96">
                <a:solidFill>
                  <a:srgbClr val="FFD447"/>
                </a:solidFill>
                <a:latin typeface="Barlow Condensed ExtraBold"/>
                <a:ea typeface="Barlow Condensed ExtraBold"/>
                <a:cs typeface="Barlow Condensed ExtraBold"/>
              </a:rPr>
              <a:t>SÁBADO · [DD/MM]</a:t>
            </a:r>
          </a:p>
        </p:txBody>
      </p:sp>
      <p:sp>
        <p:nvSpPr>
          <p:cNvPr id="23" name="A PARTIR DAS [XX]H"/>
          <p:cNvSpPr txBox="1"/>
          <p:nvPr/>
        </p:nvSpPr>
        <p:spPr>
          <a:xfrm>
            <a:off x="1866900" y="11029950"/>
            <a:ext cx="45720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spc="120">
                <a:solidFill>
                  <a:srgbClr val="FFFFFF"/>
                </a:solidFill>
                <a:latin typeface="Barlow Condensed ExtraBold"/>
                <a:ea typeface="Barlow Condensed ExtraBold"/>
                <a:cs typeface="Barlow Condensed ExtraBold"/>
              </a:rPr>
              <a:t>A PARTIR DAS [XX]H</a:t>
            </a:r>
          </a:p>
        </p:txBody>
      </p:sp>
      <p:sp>
        <p:nvSpPr>
          <p:cNvPr id="24" name="NA SEDE DO INAH"/>
          <p:cNvSpPr txBox="1"/>
          <p:nvPr/>
        </p:nvSpPr>
        <p:spPr>
          <a:xfrm>
            <a:off x="7658100" y="10420350"/>
            <a:ext cx="180975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spc="84">
                <a:solidFill>
                  <a:srgbClr val="70EF8E"/>
                </a:solidFill>
                <a:latin typeface="Barlow Condensed ExtraBold"/>
                <a:ea typeface="Barlow Condensed ExtraBold"/>
                <a:cs typeface="Barlow Condensed ExtraBold"/>
              </a:rPr>
              <a:t>NA SEDE DO INAH</a:t>
            </a:r>
          </a:p>
        </p:txBody>
      </p:sp>
      <p:sp>
        <p:nvSpPr>
          <p:cNvPr id="25" name="Rua Hungria, 8"/>
          <p:cNvSpPr txBox="1"/>
          <p:nvPr/>
        </p:nvSpPr>
        <p:spPr>
          <a:xfrm>
            <a:off x="7658100" y="10763250"/>
            <a:ext cx="1809750" cy="781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Rua Hungria, 8</a:t>
            </a:r>
          </a:p>
          <a:p>
            <a:pPr algn="l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Parque das Nações</a:t>
            </a:r>
          </a:p>
          <a:p>
            <a:pPr algn="l">
              <a:lnSpc>
                <a:spcPct val="120000"/>
              </a:lnSpc>
            </a:pPr>
            <a:r>
              <a:rPr sz="165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Santo André</a:t>
            </a:r>
          </a:p>
        </p:txBody>
      </p:sp>
      <p:sp>
        <p:nvSpPr>
          <p:cNvPr id="26" name="@inah.147"/>
          <p:cNvSpPr txBox="1"/>
          <p:nvPr/>
        </p:nvSpPr>
        <p:spPr>
          <a:xfrm>
            <a:off x="685800" y="12201525"/>
            <a:ext cx="252412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@inah.147</a:t>
            </a:r>
          </a:p>
        </p:txBody>
      </p:sp>
      <p:sp>
        <p:nvSpPr>
          <p:cNvPr id="27" name="gepim.com.br"/>
          <p:cNvSpPr txBox="1"/>
          <p:nvPr/>
        </p:nvSpPr>
        <p:spPr>
          <a:xfrm>
            <a:off x="7077075" y="12201525"/>
            <a:ext cx="252412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Ubuntu Medium"/>
                <a:ea typeface="Ubuntu Medium"/>
                <a:cs typeface="Ubuntu Medium"/>
              </a:rPr>
              <a:t>gepim.com.br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